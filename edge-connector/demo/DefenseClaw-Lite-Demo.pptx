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6000" b="1">
                <a:solidFill>
                  <a:srgbClr val="049FD9"/>
                </a:solidFill>
              </a:defRPr>
            </a:pPr>
            <a:r>
              <a:t>DefenseClaw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0">
                <a:solidFill>
                  <a:srgbClr val="FFFFFF"/>
                </a:solidFill>
              </a:defRPr>
            </a:pPr>
            <a:r>
              <a:t>AI Agent Security for IoT &amp; Edge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CCCCCC"/>
                </a:solidFill>
              </a:defRPr>
            </a:pPr>
            <a:r>
              <a:t>54 KB  ·  &lt;3μs decisions  ·  25 KB RAM  ·  Open Source</a:t>
            </a:r>
          </a:p>
          <a:p>
            <a:pPr>
              <a:spcAft>
                <a:spcPts val="600"/>
              </a:spcAft>
              <a:defRPr sz="20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CCCCCC"/>
                </a:solidFill>
              </a:defRPr>
            </a:pPr>
            <a:r>
              <a:t>Protects AI agents on Raspberry Pi, Jetson, industrial gateways,</a:t>
            </a:r>
          </a:p>
          <a:p>
            <a:pPr>
              <a:spcAft>
                <a:spcPts val="600"/>
              </a:spcAft>
              <a:defRPr sz="2000" b="0">
                <a:solidFill>
                  <a:srgbClr val="CCCCCC"/>
                </a:solidFill>
              </a:defRPr>
            </a:pPr>
            <a:r>
              <a:t>robots, and any Linux 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49FD9"/>
                </a:solidFill>
              </a:defRPr>
            </a:pPr>
            <a:r>
              <a:t>Cisco AI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049FD9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AI Agent (PicoClaw)                                  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     │                                               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     │ every tool call                               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     ▼                                               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┌──────────────────────────────────────────────────────────┐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DefenseClaw Lite (54KB, &lt;3μs)                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                                             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1. Input validation     5. Sequence detection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2. Rate limiting        6. Verdict cache     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3. Hash deny-list       7. Cloud escalation  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4. Dest filtering                            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                                                    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│  → ALLOW (sensors, reads)    → BLOCK (exec, actuate)    │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└──────────────────────────────────────────────────────────┘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     │                                               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     ▼  only if ALLOWED                             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│  Tool executes (robot moves, sensor reads, API calls)          │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049FD9"/>
                </a:solidFill>
              </a:defRPr>
            </a:pPr>
            <a:r>
              <a:t>DefenseClaw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FFFFFF"/>
                </a:solidFill>
              </a:defRPr>
            </a:pPr>
            <a:r>
              <a:t>The IoT AI agent era is here. Now, so is the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</a:defRPr>
            </a:pPr>
            <a:r>
              <a:t>github.com/cisco-ai-defense/defenseclaw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</a:defRPr>
            </a:pPr>
            <a:r>
              <a:t>76 KB binary  ·  2.7μs latency  ·  370K decisions/sec  ·  Zero dependencies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</a:defRPr>
            </a:pPr>
            <a:r>
              <a:t>Supports: PicoClaw  |  Roadmap: Bubbaloop, IoT-Edge-MCP, TinyAgent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49FD9"/>
                </a:solidFill>
              </a:defRPr>
            </a:pPr>
            <a:r>
              <a:t>Cisco AI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